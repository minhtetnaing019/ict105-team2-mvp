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F3D3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VENTURE PITCH  ·  TEAM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StudyBridge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platform that connects university students with peer tutors — fast.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Htet Naing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95928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Myat Maung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Eaint Shwe Sin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410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08008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 Yi Htet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StudyBridge  |  Final Venture Pitch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struggle to find reliable peer tutors during exam periods.
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tutor-finding relies on scattered chat groups and word-of-mouth — slow, inconsistent, and hardest to navigate exactly when the stakes (and stress) are highest.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EAF4F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pain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sharply around exam periods, when informal channels break down fastest.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502920"/>
            <a:ext cx="4892040" cy="2788920"/>
          </a:xfrm>
          <a:prstGeom prst="roundRect">
            <a:avLst>
              <a:gd name="adj" fmla="val 3934"/>
            </a:avLst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822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50876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needing academic support — searching for the right tutor, right now.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29400" y="3520440"/>
            <a:ext cx="4892040" cy="2788920"/>
          </a:xfrm>
          <a:prstGeom prst="roundRect">
            <a:avLst>
              <a:gd name="adj" fmla="val 3934"/>
            </a:avLst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38404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3840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452628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tutors lacking visibility — capable, available, but hard to discover.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from Customer Discovery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interviews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 03)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3716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971800" y="2331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3716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303520" y="2331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severity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137160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536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around exams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0" y="19659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signals consistently point to exam periods as the moment of highest, most urgent need.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User Testing  (Lab 08 / Lab 13)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flow works end-to-end for real users.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recurring issue: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Status-label clarity — testers were often unsure what a booking's current status meant.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0F3D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Value Proposition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0F3D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university students 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 unreliable, informal tutor searches, </a:t>
            </a:r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StudyBridge 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them find and book a qualified tutor in minutes.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832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search across every available peer tutor.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5112" y="30632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33832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4617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tutor schedules, not guesswork over chat.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306324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84464" y="33832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84464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Booking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84464" y="4617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validated flow from request to confirmation.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Prototype: Demonstration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EAF4F3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578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6948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6948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53996" y="304495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0028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EA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3090672" y="2578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090672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3180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Tutors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83180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0228" y="304495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66260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EAF4F3"/>
          </a:solidFill>
          <a:ln/>
        </p:spPr>
      </p:sp>
      <p:sp>
        <p:nvSpPr>
          <p:cNvPr id="17" name="Shape 15"/>
          <p:cNvSpPr/>
          <p:nvPr/>
        </p:nvSpPr>
        <p:spPr>
          <a:xfrm>
            <a:off x="4946904" y="2578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46904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9412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Profile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39412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rating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66460" y="304495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2492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EAF4F3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3136" y="2578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03136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5644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95644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22692" y="304495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78724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EAF4F3"/>
          </a:solidFill>
          <a:ln/>
        </p:spPr>
      </p:sp>
      <p:sp>
        <p:nvSpPr>
          <p:cNvPr id="29" name="Shape 27"/>
          <p:cNvSpPr/>
          <p:nvPr/>
        </p:nvSpPr>
        <p:spPr>
          <a:xfrm>
            <a:off x="8659368" y="2578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659368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51876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51876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summary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78924" y="304495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34956" y="237744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0" y="25786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0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08108" y="315468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08108" y="35204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status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continuous path — from first search to admin oversight — with no dead ends or dropped context.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 —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in Lab 06  ·  full detail in docs/business-model-canvas.md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non-commercial by deliberate design — no monetization built into this phase.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2461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operationally, through faster tutor discovery — not through a revenue mechanism.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16916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84464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4464" y="32461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by institutional and student-body value, rather than by payments.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User Testing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Startup Metrics Tracked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in docs/startup-metrics.md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requested subject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7889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tutors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success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3474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session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4892040" cy="4663440"/>
          </a:xfrm>
          <a:prstGeom prst="roundRect">
            <a:avLst>
              <a:gd name="adj" fmla="val 235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90372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2057400"/>
            <a:ext cx="0" cy="1051560"/>
          </a:xfrm>
          <a:prstGeom prst="line">
            <a:avLst/>
          </a:prstGeom>
          <a:noFill/>
          <a:ln w="12700">
            <a:solidFill>
              <a:srgbClr val="1E9A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0116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passed for all testers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admin-sync issues found — and fixed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improved based on feedback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3794760"/>
            <a:ext cx="4343400" cy="0"/>
          </a:xfrm>
          <a:prstGeom prst="line">
            <a:avLst/>
          </a:prstGeom>
          <a:noFill/>
          <a:ln w="12700">
            <a:solidFill>
              <a:srgbClr val="1E9A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97764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directly shaped the final round of fixes on Slide 9.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Data Handling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Frontend-Only Prototype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0723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6941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database — persistence is entirely client-side for this prototype phase.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Entities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2377440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subjects, availability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74152" y="18288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2377440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status, schedule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84664" y="18288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6104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94392" y="2377440"/>
            <a:ext cx="14264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session history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977640"/>
            <a:ext cx="5148072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1148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personal data is used — only fictional sample records, documented in docs/data-structure.md and docs/technical-architecture.md.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Improvements &amp; Future Development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502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EAF4F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56946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5146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Admin-dashboard status sync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31927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644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Tutor-approval persistence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1421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8188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76402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legend added for clarity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0B2E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1691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46520" y="25694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5146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for cross-device sync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6520" y="34655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41071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ratings &amp; reviews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46520" y="43616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306824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Live-hosted landing page for real acquisition metrics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114800" cy="4114800"/>
          </a:xfrm>
          <a:prstGeom prst="ellipse">
            <a:avLst/>
          </a:prstGeom>
          <a:solidFill>
            <a:srgbClr val="0F3D3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0F3D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StudyBridge replaces a slow, informal tutor search with a structured, trackable booking process — helping students get support exactly when exam pressure is highest.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5262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StudyBridge  |  Team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2026-07-30T21:05:58Z</dcterms:created>
  <dcterms:modified xsi:type="dcterms:W3CDTF">2026-07-30T21:05:58Z</dcterms:modified>
</cp:coreProperties>
</file>